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hook: 'Every Ugandan driver knows the fear of breaking down and not knowing who to call. MOTOFIX makes getting help as easy as ordering a ride.'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scene with a relatable story — stranded on the Northern Bypass as night falls. Emphasise the anxiety, not just the mechanical 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it simply: 'We took the best idea from ride-hailing and applied it to roadside help.' Stress that help becomes one tap, not a guessing game.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read every line — highlight MOTOBOT and live tracking as the standouts, then say 'plus a whole ecosystem' for the rest. The demo will show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'so what' slide. Tie it back to impact: safety, fairness, and economic opportunity for providers.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tech brief — name the building blocks, then pivot to the demo. Have the driver and mechanic apps open on two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286000"/>
            <a:ext cx="146304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MOTOFIX</a:t>
            </a:r>
          </a:p>
          <a:p>
            <a:pPr algn="l">
              <a:spcAft>
                <a:spcPts val="0"/>
              </a:spcAft>
            </a:pPr>
            <a:r>
              <a:rPr sz="2400" b="0">
                <a:solidFill>
                  <a:srgbClr val="F59E0B"/>
                </a:solidFill>
                <a:latin typeface="Calibri"/>
              </a:rPr>
              <a:t>On-demand roadside assistance &amp; mechanic dispatch for Uganda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120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Asiimire Patricia   ·   Kitonsa Elvis   ·   Katuramu Edgar   ·   Kizito Daniel Jr.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606675"/>
                </a:solidFill>
                <a:latin typeface="Calibri"/>
              </a:rPr>
              <a:t>BSc Software Engineering  ·  Makerere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A1D29"/>
                </a:solidFill>
                <a:latin typeface="Calibri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25880"/>
            <a:ext cx="1005840" cy="6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Breaking down in Uganda is stressful and risky — worst of all at night or on the highway.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You don't know what's wrong, which mechanic to trust, or what a fair price is.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Getting help means frantic phone calls — no ETA, no transparency, fear of being overcharged.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Mechanics and tow operators have no steady, fair stream of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A1D29"/>
                </a:solidFill>
                <a:latin typeface="Calibri"/>
              </a:rPr>
              <a:t>Our Solution — MOTOFIX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25880"/>
            <a:ext cx="1005840" cy="6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A platform that connects stranded drivers to nearby verified mechanics and tow providers — like ride-hailing, but for car trouble.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One tap: get matched, watch help arrive live, see a fair price up front, pay by Mobile Money or cash.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Built for Uganda — local verified providers, our roads, and the payment methods people already 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A1D29"/>
                </a:solidFill>
                <a:latin typeface="Calibri"/>
              </a:rPr>
              <a:t>What It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25880"/>
            <a:ext cx="1005840" cy="6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AI diagnosis (MOTOBOT): describe the fault by text, photo, or voice — get the likely problem and a fair cost estimate.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Smart matching: instantly paired with the nearest verified provider who can handle that exact problem.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Real-time tracking: watch your provider approach on a live map with a countdown ETA.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Transparent pricing &amp; payments: a clear quote before any work; pay by MoMo or cash.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And more: spare parts &amp; dealers, insurance, fuel finder, maintenance reminders, and an SOS emergency flow.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A1D29"/>
                </a:solidFill>
                <a:latin typeface="Calibri"/>
              </a:rPr>
              <a:t>Why It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25880"/>
            <a:ext cx="1005840" cy="6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Replaces uncertainty with confidence — safer, faster, fairer help when drivers are most vulnerable.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Empowers drivers: an informed second opinion in their pocket means they can't be overcharged.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Creates livelihoods — a steady, transparent stream of work for verified local providers.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Tailored to Uganda: Mobile Money payments, and the boda, saloon, and matatu fleet on our roads.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A1D29"/>
                </a:solidFill>
                <a:latin typeface="Calibri"/>
              </a:rPr>
              <a:t>How It's Built  —  &amp; 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25880"/>
            <a:ext cx="1005840" cy="6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Three apps — Driver, Mechanic/Provider, and Admin — over a set of independent backend services.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8 FastAPI microservices + PostgreSQL, each owning its own data (scalable and resilient).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AI (Claude + Groq), Google Maps, Mobile Money (MTN &amp; Airtel), and real-time WebSocket updates.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1A1D29"/>
                </a:solidFill>
                <a:latin typeface="Calibri"/>
              </a:rPr>
              <a:t>•  Now — a live demonstration of MOTOFIX in action.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